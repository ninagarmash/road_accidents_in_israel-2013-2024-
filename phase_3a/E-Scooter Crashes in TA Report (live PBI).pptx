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bcc70e9c-12e3-449e-96be-881e018e31dd}">
  <we:reference id="WA200003233" version="2.0.0.3" store="en-US" storeType="OMEX"/>
  <we:alternateReferences/>
  <we:properties>
    <we:property name="Microsoft.Office.CampaignId" value="&quot;none&quot;"/>
    <we:property name="reportUrl" value="&quot;/groups/me/reports/921ea403-fbd3-407b-9780-0c706e789ea2/af6c00180a5626806004?bookmarkGuid=a345cb20-0cc1-46c3-9085-9617b8c575d2&amp;bookmarkUsage=1&amp;ctid=25ce0261-bbd6-49cd-a1e2-54260886d159&amp;fromEntryPoint=export&quot;"/>
    <we:property name="reportState" value="&quot;CONNECTED&quot;"/>
    <we:property name="artifactViewState" value="&quot;live&quot;"/>
    <we:property name="reportEmbeddedTime" value="&quot;2025-12-27T21:39:44.111Z&quot;"/>
    <we:property name="creatorSessionId" value="&quot;f25108dd-ff3c-4dcd-98e6-25addb1981b2&quot;"/>
    <we:property name="creatorUserId" value="&quot;1003200475A50608&quot;"/>
    <we:property name="creatorTenantId" value="&quot;25ce0261-bbd6-49cd-a1e2-54260886d159&quot;"/>
    <we:property name="pageDisplayName" value="&quot;Contents&quot;"/>
    <we:property name="pageName" value="&quot;af6c00180a5626806004&quot;"/>
    <we:property name="isFiltersActionButtonVisible" value="true"/>
    <we:property name="initialStateBookmark" value="&quot;H4sIAAAAAAAAA7VXWYsbRxD+K2GeReij+vKbHfLk+CAOfjEmVHdVrSeWNEKaNess+99TI20whJXHzBAQ0zOt6q/uo+876k+HLX59jTvunnUvhuHzDo+ff4qm23T7x803b16+ev77yz9fP3/1q24Ph7Ef9qfu2X034vGGx/f96Ra3E4Rufvi46XC7fYs305fg9sSb7sDH07DHbf83X4j1r/F4yw+bju8O2+GIE+S7EUeeYL8ouX4rb/uzV47Yxv4Lv+M2XnZRYjPGZoMhuphNNAaU7HQhOEv2JMkEfWb/y7Afsd8rm2nPcnGlRPQNIDAWDu1Me+r3N9tHgb+d/ePrYbLKyHdjHe4me9S/lPGE9PCgCsXGXAxIzZJSSZyyd7NoeJb8xe04qoJPQAJFtD6ITyGodNbTSkgqICDBqolyo0aMVFZCFhNddpFtSmrHBrVmsxISmRAs+eS9syGXxjmthEzBRtNitVgC1CjBUF3u7EI22EpZ4waKD5V8m/fMVbQgrRJUyCQ1pNJMiGudEnOi4BmM8b4W56XwWgt6sVyptIyQhVsrza4N8ORMJXTIYC1xMsWJXQlpSotgMjWfi6neqsfnFe93WraewsqsulbHlp0HI2jmxbuCZW1OsQlBiSqfOJbql2K5kpErVsNB4XzlBIvlkuSKNw1yNQGTepVkvghes5dqVZyLXvNXhCiXOB8hV7Ba8EW0iJfQihRdLYSlWAGdFmdV0CmcVPBR5rP1ClaErKElaEOKpGsQmM/Va3JJzhSro2iQPPipzq2oSWoqIQ0J0cIUg82Ii60PKTk2xYqp2FBywrzYYgYAqQGDdjKBlrC5+Qg7fcLDf7A2/w4tE/FuoInsU0/E++6SYWhiJY1gsa5lSIHMYs9w1hgWI605nQzA21xlsS3Ja5kDSKZyAbYQf8DLV7CSNA6uaPVNFiRr5lL8P2yZrdNsgSrWs/W6JpqXeQGfwt6CdhQfjP5y4Rjms/z7DUAoAancoN2PtLGwdvvF5o5O49YWHb+KeJ0bcp4Pg5lpiavHFlPxVQucTmHaW1ZCZh/BY6lUNcMaalN1y1seluzJJZzGaI2xlMPywNcK4gJkdYW3LQafzeIiog1dh46abNY+YAOBq/Pj2/fNVmuNSSrmVjREUkzkcHEXlZYDNW1TrXGp5odUvVrJ9bBvJrE1ruq44HXsmJ+or6CdAb/tdDvWq9v0MtyOpwM2fot7/f5w3x2Og97Xxp7PdHo/wz0xPb4fp/W3fuTjhfV73N5OXM8XvUsuqzR93fLMgen6153F+jg9/gGB020Lig4AAA==&quot;"/>
    <we:property name="bookmark" value="&quot;H4sIAAAAAAAAA7VXS4sbRxD+K2HOS+juqn756FxDMDj4Ynyo7qpaT6zVCGnWrLPsf0+N5GAIlseMCAj1dE/NV+9HPw88ng47+vIHPcjwang9TZ8e6Pjpl+SGu2F/OSxAEKsULVnYxy6kzd5Oh3mc9qfh1fMw0/Fe5nfj6ZF2C5Idvv9wN9Bu94bul53S7iR3w0GOp2lPu/FvuRDbq/n4KC93gzwddtORFsi3M82ywH42ctubCP5XMI7U5/GzvJU+X05JU3fOF0cxhVRccg6N7HQhOEv2XZIF+sz+t2k/07g3NsuZlxpqTQQdMQpVif1Mexr397uvAn/79s8vh8U4szzNbXpa7NH+MsYL0suLKZS6SHWorWjONUsuEFbR6Cz568d5NgW/A4mcyENUyDGadB74RkiuqKjRm4lK585CXG+ErC6FEpL4nM2OHVsr7kZIEib0DBkg+Fhql5JvhMzRJ9dT81QjtqTRcdvu7Gp54RsXixusEBtDX/fMVbSovTE2LKwt5tpdTLc6JZXMEQSdA2g1gFa51YKgXhrXXgiLSu+1+1sDPAfXmAIJes+SXQ3qb4R0tSd0hTuU6hp48/i64uODla3vYRUxXVsQLwHQKbl18a5geV9y6spYk8mnQbTBVqxQC0mj5iQaHDTJuFkuzaGC61iai5TNq6zrRfCavUyrGkICy19V5lLTeoRcweoRqloRr7FXrbZ6jFuxIgUrzqZgMDhtCEnXs/UKVsJioaXkY05sa1Rcz9VrcmkpnFrg5IgBYalzN9QkM5WyhYRaYUrRF6LN1secg7jq1TXqZIMAlc0Wc4jEHQWtkyn2TD2sR9jpIx3+g3X37+yyED9MvJB9HJllP1wyjFxqbBGsPvSCObLb7BmxGUjUae/BJgMEX5putiWDlTnE7JpUFI/pJ7x8BStrlxiqVd/sUYtlLqf/w5bFB8sWbOpBPNiaeV3mDXyqgEfrKBCd/UqVFNez/McNQDkjm9xo3Y+tsYh1+83mTsHi1lcbv6qCzQ2lrIfByrQkDainXKFZgbMpzHrLjZAFEgLVxs0yrJM11bC95VEtwCHTMkZbjOUStwe+VZAQsZgrwPcUobjNRcQaug0dLftifcBHxtDWx7cfm621lrI2Kr1aiOSUOdDmLqq9RO7WpnqX2txPqXq1ktvH0F0W70KzcQFs7FifqK+gnQG/nQwPYle35WF6nE8H6vKG9rZ//zwcjpPd1+ZRznR2P6M9C399Pi7r7+Msxwvrd7R7XLieL3rDmc2H5e8fFEePGGEOAAA=&quot;"/>
    <we:property name="datasetId" value="&quot;66ca7023-34a5-4aa1-83b5-023478ece5e5&quot;"/>
    <we:property name="embedUrl" value="&quot;/reportEmbed?reportId=921ea403-fbd3-407b-9780-0c706e789ea2&amp;config=eyJjbHVzdGVyVXJsIjoiaHR0cHM6Ly9XQUJJLVVTLUNFTlRSQUwtQi1QUklNQVJZLXJlZGlyZWN0LmFuYWx5c2lzLndpbmRvd3MubmV0IiwiZW1iZWRGZWF0dXJlcyI6eyJ1c2FnZU1ldHJpY3NWTmV4dCI6dHJ1ZX19&amp;disableSensitivityBanner=true&amp;storytellingChangeViewModeShortcutKeys=true&quot;"/>
    <we:property name="backgroundColor" value="&quot;#E6E6E6&quot;"/>
    <we:property name="reportName" value="&quot;escooter_TA_dec5_datadct&quot;"/>
    <we:property name="isVisualContainerHeaderHidden" value="fals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Nina Garmash</cp:lastModifiedBy>
  <cp:revision>3</cp:revision>
  <dcterms:created xsi:type="dcterms:W3CDTF">2018-06-07T21:39:02Z</dcterms:created>
  <dcterms:modified xsi:type="dcterms:W3CDTF">2025-12-27T21:42:19Z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